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3B566-31CD-4AAE-B580-B5E4D5B53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4FE513-212C-42B0-9EED-4C90B14EE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B5228-9441-44F1-85E2-3615CFE62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4D466-73B8-4E78-A390-DD5BADBFF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E127B-893D-42F6-8DEE-7F0090ACE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3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3E9E5-14A4-4457-BDB5-83567F05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89433-85F2-4017-8987-80E927288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81AEE-ED65-4F14-92DC-3E0D3757C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39BB4-CF00-4125-A415-ACFB8FA96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8A4A2-B74C-45F8-80FE-59EE6771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147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DFD9A-B850-4B31-B2A0-C5C8E7C7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4F7C1-ABBE-442A-8C96-0951EBE08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66A10-BD12-457D-935C-3368ED289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50BA9-EEE6-43BC-AF5D-86295A49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817F8-35FE-45AA-8B57-C74CF86F6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13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085D-CAAC-4B31-A635-B33178B9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EDE74-E7A3-4898-8E60-9E60A633E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FA44E-86FD-45D8-A604-946D7551F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95E24-3A54-4673-937C-B5E4C5862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3D11A-B51E-4DFC-B03D-04175E27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8E693-96DE-4398-B506-CA1C06593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77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606D-A605-47DC-85C6-9EC03FC7D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67432-1DBB-4D25-9CF9-CCA8BA933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F4947-BBDB-4B0C-9113-775F5FFDE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2C0C13-3FCE-46CC-8CE7-DEB0F24314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CD407E-190B-4A45-A1CA-45A3170E9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780D5-E4AA-4891-A6AA-F0872FC13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6DBA8E-4554-4A2D-A7EC-6964E00D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E05B7-5A3D-4D06-8D0A-464C5A37F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11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B3BA-FD3A-477E-B05C-0247A210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0FD2B-6BB2-4595-AC91-9967F2620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094CD4-BFC9-4CFA-ACEC-4C6AF6CDB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73B0-97A0-4CBE-8689-D625DD07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22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712DA8-DC0F-4B99-9977-ACAB54DB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6BF7A3-EC12-43B3-A027-8DCC581D2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93F45-E549-4E1C-9B7C-292816676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60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88A7-B021-4534-876A-02EC92093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657A0-C710-478F-93E7-3907DA689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DD139-796E-4DDF-B98F-C471DAEF7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C9C89-EE8C-4EB6-B3D7-CE165B9FF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2FD80-2BB1-4FB6-9A41-9988C0BD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C4367-F13C-418D-B6CC-1421DC1B0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948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C2DD-4E14-40FA-9DF8-CDC0E202F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09CFA4-391E-4A08-96F0-829E60588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5502B-2D3D-45DA-A13B-5B15D459A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5C1C3-281F-41DB-BC15-BAA5DB5B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D7E56-0483-49A7-B2C9-E58FFED5C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05B74-DF7F-48A9-81D7-7C2570064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51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4C5E2-8E73-416C-B28C-7FCE27A8E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0E37F-7FC8-4E50-8229-79BC9B2BD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6F8A2-A1D7-4BAA-9F32-2017C41A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93E90-F171-4EA0-A675-E22BFF30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E6124-04F3-4648-B711-9F3A0E11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413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A2A970-C5EE-4349-8D37-1454777AD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B338A-1F4A-4326-B120-3DA7845FD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89BA7-4817-4056-B7BD-EC9BD6F7E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1DDD7-A73E-4E04-BAEE-923E586CCF6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793A7-EDB4-4429-B823-1009B2C0E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BE4BC-A266-448B-8536-4D0AD52A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60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A6B930-5E4E-4EA9-950E-392F06B0F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B229B-E88B-4784-9907-F5AD626F5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111D0-B34A-4239-8CE3-A3DBAA0E4C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1DDD7-A73E-4E04-BAEE-923E586CCF60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F6132-8F3A-41B9-8AFA-7BFDAFAEB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BBAE4-2299-4C2A-B18E-D1502032B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CA0AE-C67E-4756-BDEA-C090638C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923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43F05-E223-4904-86B8-48007EB30A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Разработка мобильного приложения для мониторинга состояния оборудования и программного обеспечения в организации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B2D4C-1E41-4A3A-AF4E-3B65403B1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3277"/>
            <a:ext cx="9144000" cy="744522"/>
          </a:xfrm>
        </p:spPr>
        <p:txBody>
          <a:bodyPr>
            <a:normAutofit/>
          </a:bodyPr>
          <a:lstStyle/>
          <a:p>
            <a:pPr algn="r"/>
            <a:r>
              <a:rPr lang="ru-RU" sz="2000" dirty="0"/>
              <a:t>Выполнил: студент</a:t>
            </a:r>
            <a:br>
              <a:rPr lang="ru-RU" sz="2000" dirty="0"/>
            </a:br>
            <a:r>
              <a:rPr lang="ru-RU" sz="2000" b="1" dirty="0"/>
              <a:t>Жуйков Алексей Валерианович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043431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CB86-3489-4CFE-A9DD-00C130EB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Предметная область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C4DBE-2FB6-4BD6-977F-E77D7F56F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2889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3400" dirty="0"/>
              <a:t>В современных организациях важно обеспечивать оперативный контроль состояния оборудования и программного обеспечения.</a:t>
            </a:r>
          </a:p>
          <a:p>
            <a:pPr marL="0" indent="0">
              <a:buNone/>
            </a:pPr>
            <a:r>
              <a:rPr lang="ru-RU" sz="3400" dirty="0"/>
              <a:t>Для автоматизации данного процесса разрабатывается мобильное приложение </a:t>
            </a:r>
            <a:r>
              <a:rPr lang="ru-RU" sz="3400" b="1" dirty="0"/>
              <a:t>FixIt Service</a:t>
            </a:r>
            <a:r>
              <a:rPr lang="ru-RU" sz="3400" dirty="0"/>
              <a:t>, предназначенное для: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400" dirty="0"/>
              <a:t>Регистрации неисправностей;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400" dirty="0"/>
              <a:t>Мониторинга заявок;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400" dirty="0"/>
              <a:t>Назначения исполнителей;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400" dirty="0"/>
              <a:t>Контроля выполнения работ;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400" dirty="0"/>
              <a:t>Уведомления пользователей о статусе заявок. </a:t>
            </a:r>
          </a:p>
          <a:p>
            <a:pPr marL="0" indent="0">
              <a:buNone/>
            </a:pPr>
            <a:r>
              <a:rPr lang="ru-RU" sz="4600" b="1" dirty="0"/>
              <a:t>Пользователи системы: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400" dirty="0"/>
              <a:t>Сотрудник организации;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400" dirty="0"/>
              <a:t>Инженер;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400" dirty="0"/>
              <a:t>Администратор.</a:t>
            </a:r>
          </a:p>
        </p:txBody>
      </p:sp>
    </p:spTree>
    <p:extLst>
      <p:ext uri="{BB962C8B-B14F-4D97-AF65-F5344CB8AC3E}">
        <p14:creationId xmlns:p14="http://schemas.microsoft.com/office/powerpoint/2010/main" val="3814723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81374-1064-4706-8CC0-2A08DFAA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работы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CE986-F965-4E75-919F-76C639A90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Спроектировать программную систему и разработать UML-модель мобильного приложения </a:t>
            </a:r>
            <a:r>
              <a:rPr lang="ru-RU" sz="2400" b="1" dirty="0"/>
              <a:t>FixIt Service</a:t>
            </a:r>
            <a:r>
              <a:rPr lang="ru-RU" sz="2400" dirty="0"/>
              <a:t>.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sz="3200" b="1" dirty="0"/>
              <a:t>Задачи: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Выполнить анализ технического задания;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Определить роли пользователей;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Выделить основные сущности системы;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Построить UML-диаграммы;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Выполнить генерацию программного кода по диаграмме классов.</a:t>
            </a:r>
          </a:p>
        </p:txBody>
      </p:sp>
    </p:spTree>
    <p:extLst>
      <p:ext uri="{BB962C8B-B14F-4D97-AF65-F5344CB8AC3E}">
        <p14:creationId xmlns:p14="http://schemas.microsoft.com/office/powerpoint/2010/main" val="339339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5810-E253-43CE-AF50-1257550D6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Используемые средства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A6554-9197-473A-9BC0-755A20EF2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3800" b="1" dirty="0"/>
              <a:t>Используемые технологии</a:t>
            </a:r>
          </a:p>
          <a:p>
            <a:pPr marL="0" indent="0">
              <a:buNone/>
            </a:pPr>
            <a:r>
              <a:rPr lang="ru-RU" dirty="0"/>
              <a:t>Для выполнения задания использовались: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PlantUML - построение UML-диаграмм;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Visual Studio Code - среда разработки;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Kotlin - язык разработки мобильного приложения.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pPr marL="0" indent="0">
              <a:buNone/>
            </a:pPr>
            <a:r>
              <a:rPr lang="ru-RU" sz="3800" b="1" dirty="0"/>
              <a:t>Особенности архитектуры: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Локальная работа приложения;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Один исполнитель на одну заявку;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Локальные уведомления;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Разграничение прав доступа.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2795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9368D-F4BB-4881-837D-E1723FD20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Диаграмма вариантов использования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8DC0D-7842-4981-8F93-9F7F9C1C6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8326" y="1825625"/>
            <a:ext cx="7335473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Диаграмма позволяет определить взаимодействие пользователей с системой.</a:t>
            </a:r>
          </a:p>
          <a:p>
            <a:pPr marL="0" indent="0">
              <a:buNone/>
            </a:pPr>
            <a:r>
              <a:rPr lang="ru-RU" b="1" dirty="0"/>
              <a:t>Реализованы следующие роли: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Сотрудник;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Инженер;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Администратор. </a:t>
            </a:r>
          </a:p>
          <a:p>
            <a:pPr marL="0" indent="0">
              <a:buNone/>
            </a:pPr>
            <a:r>
              <a:rPr lang="ru-RU" b="1" dirty="0"/>
              <a:t>Основные функции: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Регистрация и авторизация;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Создание заявок;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Прикрепление файлов;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Просмотр и обработка заявок;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Назначение исполнителей;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Получение уведомлений.</a:t>
            </a:r>
          </a:p>
          <a:p>
            <a:endParaRPr lang="ru-RU" dirty="0"/>
          </a:p>
        </p:txBody>
      </p:sp>
      <p:sp>
        <p:nvSpPr>
          <p:cNvPr id="6" name="AutoShape 6" descr="image">
            <a:extLst>
              <a:ext uri="{FF2B5EF4-FFF2-40B4-BE49-F238E27FC236}">
                <a16:creationId xmlns:a16="http://schemas.microsoft.com/office/drawing/2014/main" id="{8434729E-C52A-40C0-9DA6-A6AFB7842C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06D0160F-1170-4228-BE76-3598D6BB1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2899554" cy="472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839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C85B7-20D8-4D3D-8DEC-DA8EF2998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Диаграмма классов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99D2B0E-E975-4C5E-945F-1ABC151FC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13" y="1729275"/>
            <a:ext cx="3635229" cy="454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5FEAFF-0F75-4D64-8AF7-42FF2129FC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99013" y="1508306"/>
            <a:ext cx="6611169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Диаграмма отражает статическую структуру системы.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Основные сущности: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User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Ticket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Attachment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Comment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NotificationService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LocalDatabase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Диаграмма определяет: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Атрибуты объектов;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Методы;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Связи между сущностями;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Ограничения предметной области.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926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268E4-2A8A-4F26-83B6-C80DC4F74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Диаграммы последовательности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71EAA-279D-4041-BF58-F37C8E7F8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Описывает процесс создания заявки и сохранения данных.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1844C11-608A-4B30-9F0D-ECCD3E46C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814" y="2491530"/>
            <a:ext cx="6024372" cy="4001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8852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C1D3A-A4AF-43C9-9265-F1A63CB00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Диаграмма состояний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01FDB-A9EB-4BBB-B66D-A7DC4FD28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3505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Показывает жизненный цикл заявки: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en-US" sz="1600" dirty="0"/>
              <a:t>NEW → ASSIGNED → IN_PROGRESS → COMPLETED → CLOSED</a:t>
            </a:r>
            <a:endParaRPr lang="ru-RU" sz="2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A4BA7FC-10E2-408E-B773-D7806D962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672" y="845293"/>
            <a:ext cx="3458011" cy="516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47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25328-6209-44B1-BEA7-4895FEBD1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Диаграмма деятельности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BDDAC-B099-45CC-9FCF-CB6A6C905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9407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Описывает полный процесс обработки заявки от создания до закрытия.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CF9872A-EE56-44F6-987B-AE0C39D4F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769" y="624539"/>
            <a:ext cx="2511031" cy="5608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901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F5ABA-A6C6-42BD-BB7C-4F071FCCC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Генерация кода и вывод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213C3-6032-4CC7-8D60-4A56AC619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3800" b="1" dirty="0"/>
              <a:t>Генерация программного кода</a:t>
            </a:r>
          </a:p>
          <a:p>
            <a:pPr marL="0" indent="0">
              <a:buNone/>
            </a:pPr>
            <a:r>
              <a:rPr lang="ru-RU" dirty="0"/>
              <a:t>На основе диаграммы классов была сформирована программная модель на языке Kotlin.</a:t>
            </a:r>
          </a:p>
          <a:p>
            <a:pPr marL="0" indent="0">
              <a:buNone/>
            </a:pPr>
            <a:r>
              <a:rPr lang="ru-RU" dirty="0"/>
              <a:t>Это позволило: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Формализовать архитектуру приложения;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Подготовить основу для дальнейшей разработки;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Обеспечить соответствие проектной модели и программной реализации. </a:t>
            </a:r>
          </a:p>
          <a:p>
            <a:pPr marL="0" indent="0">
              <a:buNone/>
            </a:pPr>
            <a:r>
              <a:rPr lang="ru-RU" sz="3800" b="1" dirty="0"/>
              <a:t>Вывод</a:t>
            </a:r>
          </a:p>
          <a:p>
            <a:pPr marL="0" indent="0">
              <a:buNone/>
            </a:pPr>
            <a:r>
              <a:rPr lang="ru-RU" dirty="0"/>
              <a:t>В результате работы была разработана UML-модель мобильного приложения </a:t>
            </a:r>
            <a:r>
              <a:rPr lang="ru-RU" b="1" dirty="0"/>
              <a:t>FixIt Service</a:t>
            </a:r>
            <a:r>
              <a:rPr lang="ru-RU" dirty="0"/>
              <a:t>, отражающая: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Структуру системы;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Бизнес-логику;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Взаимодействие пользователей;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Жизненный цикл заявок.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0209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364</Words>
  <Application>Microsoft Office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Office Theme</vt:lpstr>
      <vt:lpstr>Разработка мобильного приложения для мониторинга состояния оборудования и программного обеспечения в организации</vt:lpstr>
      <vt:lpstr>Предметная область</vt:lpstr>
      <vt:lpstr>Цель работы</vt:lpstr>
      <vt:lpstr>Используемые средства</vt:lpstr>
      <vt:lpstr>Диаграмма вариантов использования</vt:lpstr>
      <vt:lpstr>Диаграмма классов</vt:lpstr>
      <vt:lpstr>Диаграммы последовательности</vt:lpstr>
      <vt:lpstr>Диаграмма состояний</vt:lpstr>
      <vt:lpstr>Диаграмма деятельности</vt:lpstr>
      <vt:lpstr>Генерация кода и 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мобильного приложения для мониторинга состояния оборудования и программного обеспечения в организации</dc:title>
  <dc:creator>Алексей Жуйков</dc:creator>
  <cp:lastModifiedBy>Алексей Жуйков</cp:lastModifiedBy>
  <cp:revision>3</cp:revision>
  <dcterms:created xsi:type="dcterms:W3CDTF">2026-05-05T06:48:35Z</dcterms:created>
  <dcterms:modified xsi:type="dcterms:W3CDTF">2026-05-05T06:59:57Z</dcterms:modified>
</cp:coreProperties>
</file>